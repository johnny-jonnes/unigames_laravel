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Dossier de Maquettage - UniGames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Interfaces Utilisateur et Design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Interface de Connexion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Design epure avec mise en valeur du formulaire et gestion des erreurs en temps reel.</a:t>
            </a:r>
          </a:p>
        </p:txBody>
      </p:sp>
      <p:pic>
        <p:nvPicPr>
          <p:cNvPr id="4" name="Picture 3" descr="2_logi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6512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Dashboard &amp;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Tableau de bord utilisant des cartes (Enterprise Cards) pour une lisibilite optimale des donnees cles.</a:t>
            </a:r>
          </a:p>
        </p:txBody>
      </p:sp>
      <p:pic>
        <p:nvPicPr>
          <p:cNvPr id="4" name="Picture 3" descr="4_dashboard_principa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156150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Calendrier et Accordeons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Utilisation de composants repliables pour organiser les matchs par discipline sportive.</a:t>
            </a:r>
          </a:p>
        </p:txBody>
      </p:sp>
      <p:pic>
        <p:nvPicPr>
          <p:cNvPr id="4" name="Picture 3" descr="13_calendrier_rencontr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101001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Fiche Match &amp; Scoreboard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Mise en page centralisee avec un scoreboard visuel XXL et badges de statut.</a:t>
            </a:r>
          </a:p>
        </p:txBody>
      </p:sp>
      <p:pic>
        <p:nvPicPr>
          <p:cNvPr id="4" name="Picture 3" descr="14_details_match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6512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Visualisation de l'Arbre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Design horizontal scrollable avec cartes stylisees selon les phases (ex: carte doree pour la finale).</a:t>
            </a:r>
          </a:p>
        </p:txBody>
      </p:sp>
      <p:pic>
        <p:nvPicPr>
          <p:cNvPr id="4" name="Picture 3" descr="18_arbre_tournoi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408738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Tableaux de Classement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Design de tableau data-grid avec alternance de couleurs (zebra) pour faciliter la lecture.</a:t>
            </a:r>
          </a:p>
        </p:txBody>
      </p:sp>
      <p:pic>
        <p:nvPicPr>
          <p:cNvPr id="4" name="Picture 3" descr="15_classements_statistiqu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60896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