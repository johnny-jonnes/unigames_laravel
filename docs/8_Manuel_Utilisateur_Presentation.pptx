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Manuel Utilisateur - UniGames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Guide Complet d'Utilisation de la Plateforme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Page de Connexion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Authentification securisee pour l'acces a la plateforme.</a:t>
            </a:r>
          </a:p>
        </p:txBody>
      </p:sp>
      <p:pic>
        <p:nvPicPr>
          <p:cNvPr id="4" name="Picture 3" descr="2_logi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Tableau de Bord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Vue d'ensemble avec KPIs, derniers resultats et prochains matchs.</a:t>
            </a:r>
          </a:p>
        </p:txBody>
      </p:sp>
      <p:pic>
        <p:nvPicPr>
          <p:cNvPr id="4" name="Picture 3" descr="4_dashboard_princip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156150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Liste des Facultes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Consultation de toutes les facultes inscrites a l'edition.</a:t>
            </a:r>
          </a:p>
        </p:txBody>
      </p:sp>
      <p:pic>
        <p:nvPicPr>
          <p:cNvPr id="4" name="Picture 3" descr="5_liste_facult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221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Details d'une Faculte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Vue detaillee d'une faculte et de ses equipes associees.</a:t>
            </a:r>
          </a:p>
        </p:txBody>
      </p:sp>
      <p:pic>
        <p:nvPicPr>
          <p:cNvPr id="4" name="Picture 3" descr="7_details_facult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Repertoire des Equipes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Liste exhaustive de toutes les equipes du tournoi.</a:t>
            </a:r>
          </a:p>
        </p:txBody>
      </p:sp>
      <p:pic>
        <p:nvPicPr>
          <p:cNvPr id="4" name="Picture 3" descr="11_repertoire_equip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66559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Inscription d'une 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Formulaire d'ajout d'une nouvelle equipe.</a:t>
            </a:r>
          </a:p>
        </p:txBody>
      </p:sp>
      <p:pic>
        <p:nvPicPr>
          <p:cNvPr id="4" name="Picture 3" descr="9_ajouter_equip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Repertoire des Joueurs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Liste de tous les joueurs inscrits.</a:t>
            </a:r>
          </a:p>
        </p:txBody>
      </p:sp>
      <p:pic>
        <p:nvPicPr>
          <p:cNvPr id="4" name="Picture 3" descr="12_repertoire_joueur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25060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Enregistrer un Joueur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Formulaire pour ajouter un nouveau joueur a une equipe.</a:t>
            </a:r>
          </a:p>
        </p:txBody>
      </p:sp>
      <p:pic>
        <p:nvPicPr>
          <p:cNvPr id="4" name="Picture 3" descr="10_ajouter_joueu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Calendrier des Rencontres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Tous les matchs organises par discipline.</a:t>
            </a:r>
          </a:p>
        </p:txBody>
      </p:sp>
      <p:pic>
        <p:nvPicPr>
          <p:cNvPr id="4" name="Picture 3" descr="13_calendrier_rencontr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101001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Details d'un Match &amp;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Fiche complete du match et formulaire de saisie du score et des buteurs.</a:t>
            </a:r>
          </a:p>
        </p:txBody>
      </p:sp>
      <p:pic>
        <p:nvPicPr>
          <p:cNvPr id="4" name="Picture 3" descr="14_details_mat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Classements et Statistiques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Classement par discipline et top des meilleurs buteurs.</a:t>
            </a:r>
          </a:p>
        </p:txBody>
      </p:sp>
      <p:pic>
        <p:nvPicPr>
          <p:cNvPr id="4" name="Picture 3" descr="15_classements_statistiqu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60896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Arbre du Tournoi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Visualisation interactive de l'avancement des phases finales.</a:t>
            </a:r>
          </a:p>
        </p:txBody>
      </p:sp>
      <p:pic>
        <p:nvPicPr>
          <p:cNvPr id="4" name="Picture 3" descr="18_arbre_tourno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08738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Gestion du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Interface d'administration pour la gestion des comptes utilisateurs.</a:t>
            </a:r>
          </a:p>
        </p:txBody>
      </p:sp>
      <p:pic>
        <p:nvPicPr>
          <p:cNvPr id="4" name="Picture 3" descr="16_gestion_staf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Profil et Parametres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Gestion du compte personnel et changement de mot de passe.</a:t>
            </a:r>
          </a:p>
        </p:txBody>
      </p:sp>
      <p:pic>
        <p:nvPicPr>
          <p:cNvPr id="4" name="Picture 3" descr="17_profil_parametr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52444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